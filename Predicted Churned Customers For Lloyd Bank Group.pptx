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0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6" d="100"/>
          <a:sy n="86" d="100"/>
        </p:scale>
        <p:origin x="562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th-TH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311296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9533457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665945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070465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40846031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0511697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6723602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951520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4687584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6613032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23094033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4209646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6848069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36203040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th-T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202377370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27026639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h-TH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17504844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A5667157-BA78-4BC9-9DB5-9E0C7E85966B}" type="datetimeFigureOut">
              <a:rPr lang="th-TH" smtClean="0"/>
              <a:t>27/02/69</a:t>
            </a:fld>
            <a:endParaRPr lang="th-T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th-TH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1B1F9B6D-DCF8-492E-BE3D-ED22742B242B}" type="slidenum">
              <a:rPr lang="th-TH" smtClean="0"/>
              <a:t>‹#›</a:t>
            </a:fld>
            <a:endParaRPr lang="th-TH"/>
          </a:p>
        </p:txBody>
      </p:sp>
    </p:spTree>
    <p:extLst>
      <p:ext uri="{BB962C8B-B14F-4D97-AF65-F5344CB8AC3E}">
        <p14:creationId xmlns:p14="http://schemas.microsoft.com/office/powerpoint/2010/main" val="3137487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30709-654E-4F46-B217-3D8EEF619FB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385563" y="2090176"/>
            <a:ext cx="7420874" cy="2677648"/>
          </a:xfrm>
        </p:spPr>
        <p:txBody>
          <a:bodyPr/>
          <a:lstStyle/>
          <a:p>
            <a:r>
              <a:rPr lang="en-US" sz="6000" b="1" dirty="0"/>
              <a:t>Predicted Churned Customers For Lloyd Bank Group</a:t>
            </a:r>
            <a:endParaRPr lang="th-TH" sz="6000" b="1" dirty="0"/>
          </a:p>
        </p:txBody>
      </p:sp>
    </p:spTree>
    <p:extLst>
      <p:ext uri="{BB962C8B-B14F-4D97-AF65-F5344CB8AC3E}">
        <p14:creationId xmlns:p14="http://schemas.microsoft.com/office/powerpoint/2010/main" val="277395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2E2FE8-18EE-4360-9F01-296DF7465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Features Selection</a:t>
            </a:r>
            <a:endParaRPr lang="th-T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2B0B6D-5911-44B2-90EC-5698A52374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4954" y="2468032"/>
            <a:ext cx="8825659" cy="3416300"/>
          </a:xfrm>
        </p:spPr>
        <p:txBody>
          <a:bodyPr>
            <a:normAutofit/>
          </a:bodyPr>
          <a:lstStyle/>
          <a:p>
            <a:r>
              <a:rPr lang="en-US" sz="2000" dirty="0"/>
              <a:t>Age</a:t>
            </a:r>
          </a:p>
          <a:p>
            <a:r>
              <a:rPr lang="en-US" sz="2000" dirty="0"/>
              <a:t>Login Frequency</a:t>
            </a:r>
          </a:p>
          <a:p>
            <a:r>
              <a:rPr lang="en-US" sz="2000" dirty="0"/>
              <a:t>Gender</a:t>
            </a:r>
          </a:p>
          <a:p>
            <a:r>
              <a:rPr lang="en-US" sz="2000" dirty="0"/>
              <a:t>Marital Status</a:t>
            </a:r>
          </a:p>
          <a:p>
            <a:r>
              <a:rPr lang="en-US" sz="2000" dirty="0"/>
              <a:t>Income Level</a:t>
            </a:r>
          </a:p>
          <a:p>
            <a:r>
              <a:rPr lang="en-US" sz="2000" dirty="0"/>
              <a:t>Service Usage</a:t>
            </a:r>
          </a:p>
          <a:p>
            <a:r>
              <a:rPr lang="en-US" sz="2000" dirty="0"/>
              <a:t>Categorical Features will be in ‘Label Encoding’</a:t>
            </a:r>
            <a:endParaRPr lang="th-TH" sz="2000" dirty="0"/>
          </a:p>
        </p:txBody>
      </p:sp>
    </p:spTree>
    <p:extLst>
      <p:ext uri="{BB962C8B-B14F-4D97-AF65-F5344CB8AC3E}">
        <p14:creationId xmlns:p14="http://schemas.microsoft.com/office/powerpoint/2010/main" val="19168518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96A4C-9501-45F4-B0B9-FDDE812EC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Train Valid  Test Split</a:t>
            </a:r>
            <a:endParaRPr lang="th-TH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DA9BD-4E74-4014-8315-66EECBE88E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75-15-10 as a golden ratio for </a:t>
            </a:r>
            <a:r>
              <a:rPr lang="en-US" sz="2000" dirty="0" err="1"/>
              <a:t>XGBoost</a:t>
            </a:r>
            <a:r>
              <a:rPr lang="en-US" sz="2000" dirty="0"/>
              <a:t> Model</a:t>
            </a:r>
          </a:p>
          <a:p>
            <a:r>
              <a:rPr lang="en-US" sz="2000" dirty="0"/>
              <a:t>Automatic Threshold Tuning For Calibration</a:t>
            </a:r>
            <a:endParaRPr lang="th-TH" sz="2000" dirty="0"/>
          </a:p>
        </p:txBody>
      </p:sp>
    </p:spTree>
    <p:extLst>
      <p:ext uri="{BB962C8B-B14F-4D97-AF65-F5344CB8AC3E}">
        <p14:creationId xmlns:p14="http://schemas.microsoft.com/office/powerpoint/2010/main" val="33860360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6596D0-3251-4E79-ACC5-8BA17AF349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EVALUATION</a:t>
            </a:r>
            <a:endParaRPr lang="th-TH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39A1F14-5FA0-4E48-8F36-5A92A74A71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39761" y="2526776"/>
            <a:ext cx="8176606" cy="3705348"/>
          </a:xfrm>
        </p:spPr>
      </p:pic>
    </p:spTree>
    <p:extLst>
      <p:ext uri="{BB962C8B-B14F-4D97-AF65-F5344CB8AC3E}">
        <p14:creationId xmlns:p14="http://schemas.microsoft.com/office/powerpoint/2010/main" val="9372016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07D67-C48A-4FFB-8460-F4AEF7D4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7098" y="973668"/>
            <a:ext cx="8761413" cy="706964"/>
          </a:xfrm>
        </p:spPr>
        <p:txBody>
          <a:bodyPr/>
          <a:lstStyle/>
          <a:p>
            <a:pPr algn="ctr"/>
            <a:r>
              <a:rPr lang="en-US" b="1" dirty="0"/>
              <a:t>Predictive Performance Visualization</a:t>
            </a:r>
            <a:endParaRPr lang="th-TH" b="1" dirty="0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5294C95-364E-4F07-AD36-318FBB77A13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1876" y="2381557"/>
            <a:ext cx="4312784" cy="3989327"/>
          </a:xfr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F8F4E7-644E-4A48-A5BF-85EE165F2D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4660" y="2456776"/>
            <a:ext cx="6573763" cy="3914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51267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E16BF-1463-473F-AD56-8EA0D4A5AE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AUC-ROC</a:t>
            </a:r>
            <a:endParaRPr lang="th-TH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282B49E-F245-43D5-84EA-D8F6ECD31A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8733" y="2461457"/>
            <a:ext cx="4904031" cy="4145617"/>
          </a:xfrm>
        </p:spPr>
      </p:pic>
    </p:spTree>
    <p:extLst>
      <p:ext uri="{BB962C8B-B14F-4D97-AF65-F5344CB8AC3E}">
        <p14:creationId xmlns:p14="http://schemas.microsoft.com/office/powerpoint/2010/main" val="49997609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52EC4E-8825-4A0C-B7B6-B37EB99237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/>
              <a:t>Fidelity Check</a:t>
            </a:r>
            <a:endParaRPr lang="th-TH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274BB28-2182-4949-8137-A7096C0B88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4170" y="2549587"/>
            <a:ext cx="5471515" cy="3886724"/>
          </a:xfrm>
        </p:spPr>
      </p:pic>
    </p:spTree>
    <p:extLst>
      <p:ext uri="{BB962C8B-B14F-4D97-AF65-F5344CB8AC3E}">
        <p14:creationId xmlns:p14="http://schemas.microsoft.com/office/powerpoint/2010/main" val="400880247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23</TotalTime>
  <Words>52</Words>
  <Application>Microsoft Office PowerPoint</Application>
  <PresentationFormat>Widescreen</PresentationFormat>
  <Paragraphs>16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Century Gothic</vt:lpstr>
      <vt:lpstr>Wingdings 3</vt:lpstr>
      <vt:lpstr>Ion Boardroom</vt:lpstr>
      <vt:lpstr>Predicted Churned Customers For Lloyd Bank Group</vt:lpstr>
      <vt:lpstr>Features Selection</vt:lpstr>
      <vt:lpstr>Train Valid  Test Split</vt:lpstr>
      <vt:lpstr>EVALUATION</vt:lpstr>
      <vt:lpstr>Predictive Performance Visualization</vt:lpstr>
      <vt:lpstr>AUC-ROC</vt:lpstr>
      <vt:lpstr>Fidelity Check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Predicted Churned Customers For Lloyd Bank Group</dc:title>
  <dc:creator>pc</dc:creator>
  <cp:lastModifiedBy>pc</cp:lastModifiedBy>
  <cp:revision>7</cp:revision>
  <dcterms:created xsi:type="dcterms:W3CDTF">2026-02-27T13:31:47Z</dcterms:created>
  <dcterms:modified xsi:type="dcterms:W3CDTF">2026-02-27T17:09:12Z</dcterms:modified>
</cp:coreProperties>
</file>